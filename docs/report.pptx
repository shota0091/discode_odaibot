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88952" cy="64008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Discord お題Bot 改修プロジェクト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9BBBE"/>
                </a:solidFill>
              </a:rPr>
              <a:t>AI（Claude）を活用した個人開発事例報告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2767D"/>
                </a:solidFill>
              </a:rPr>
              <a:t>2026年4月　堀内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017520"/>
            <a:ext cx="5212080" cy="6858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017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要件定義・レビュー担当：堀内（SE）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767D"/>
                </a:solidFill>
              </a:rPr>
              <a:t>※ 個人の趣味開発における AI 活用事例です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お題Botとは？（システム概要）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508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旧システムの課題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改修要件（7項目）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6888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46888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697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新システム構成・Dashboard操作フロー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AI活用の役割分担と注意点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素人がAIだけで作る危険性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0749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工数削減効果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9436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84632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0749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3338"/>
                </a:solidFill>
              </a:rPr>
              <a:t>まとめ・今後の展望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 お題Botとは？（システム概要）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Discord サーバー向けのお題画像自動投稿 Bot。管理者がDashboardでお題を登録・設定し、Botが定期的にチャンネルへ投稿する。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チャンネルごとに独立したローテーション管理を行い、全お題を使い切ったら自動リセットして再投稿する仕組み。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657600" cy="41148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お題投稿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/odai コマンドで即時投稿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未投稿お題をランダム選択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782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全使用済みで自動リセット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001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チャンネル別に独立管理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3172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331720"/>
            <a:ext cx="3657600" cy="41148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3774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定期通知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34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スケジュール設定で自動投稿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564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時刻（HH:MM）で毎日実行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782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タグでお題を絞り込み可能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70001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複数チャンネル・複数時刻対応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33172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331720"/>
            <a:ext cx="3657600" cy="41148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3774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Dashboard管理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34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お題画像の登録・削除・編集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564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タグ管理でカテゴリ分け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0782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スケジュール設定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70001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ユーザー管理（招待制）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 システム全体像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2286000" cy="1097280"/>
          </a:xfrm>
          <a:prstGeom prst="rect">
            <a:avLst/>
          </a:prstGeom>
          <a:solidFill>
            <a:srgbClr val="57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Discord
サーバー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828800"/>
            <a:ext cx="2286000" cy="109728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Discord Bot
(OdaiBot)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2286000" cy="109728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
(REST 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651760"/>
            <a:ext cx="228600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651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Dashboard
(Web UI)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828800"/>
            <a:ext cx="2286000" cy="109728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MySQL
データベース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114800"/>
            <a:ext cx="2286000" cy="914400"/>
          </a:xfrm>
          <a:prstGeom prst="rect">
            <a:avLst/>
          </a:prstGeom>
          <a:solidFill>
            <a:srgbClr val="727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管理者
(Discord)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114800"/>
            <a:ext cx="2286000" cy="914400"/>
          </a:xfrm>
          <a:prstGeom prst="rect">
            <a:avLst/>
          </a:prstGeom>
          <a:solidFill>
            <a:srgbClr val="727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管理者
(Dashboard)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→ 投稿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→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→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→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← 取得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7490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/odaiコマンド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7490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2767D"/>
                </a:solidFill>
              </a:rPr>
              <a:t>HTTPS アクセス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30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5F2"/>
                </a:solidFill>
              </a:rPr>
              <a:t>技術スタック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548640" cy="3657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87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Python 3.12 / discord.py 2.5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669280"/>
            <a:ext cx="548640" cy="3657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687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FastAPI / mysql-connector-python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669280"/>
            <a:ext cx="548640" cy="3657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687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MySQL 8.0 / Rocky Linux 9.6 VPS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5669280"/>
            <a:ext cx="548640" cy="3657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5687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Vanilla JS SPA / Cloudflare Tunnel(HTTPS)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  旧システムの課題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4245"/>
                </a:solidFill>
              </a:rPr>
              <a:t>旧構成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828800" cy="77724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Discord Bot
(単体)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600200"/>
            <a:ext cx="2011680" cy="7772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6002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JSON
({id}_odai.json)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600200"/>
            <a:ext cx="2011680" cy="7772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6002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画像ファイル
(templates/{id}/)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600200"/>
            <a:ext cx="2286000" cy="7772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600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Schedule JSON
({id}_Schedule.json)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2767D"/>
                </a:solidFill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2767D"/>
                </a:solidFill>
              </a:rP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2767D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55778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164592" cy="12344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017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4245"/>
                </a:solidFill>
              </a:rPr>
              <a:t>管理の煩雑さ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4930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画像とJSONが別管理。整合性が崩れるリスクが常にあった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5778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164592" cy="12344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017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4245"/>
                </a:solidFill>
              </a:rPr>
              <a:t>ローテーション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4930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投稿フラグがグローバル管理。チャンネルごとの独立管理が不可能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55778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97680"/>
            <a:ext cx="164592" cy="12344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4245"/>
                </a:solidFill>
              </a:rPr>
              <a:t>管理画面なし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8646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設定変更・お題追加にコード修正とサーバー操作が毎回必要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97680"/>
            <a:ext cx="55778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97680"/>
            <a:ext cx="164592" cy="12344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4245"/>
                </a:solidFill>
              </a:rPr>
              <a:t>モバイル未対応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8646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PCのみ想定の設計。スマホでの操作・確認が困難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  改修要件（7項目）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6187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プレビュー表示修正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お題画像がモーダルからはみ出す問題を解消。CSS制御で枠内に収める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6187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ID列の非表示化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700784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テーブルのID列を完全削除。内部処理にのみ使用しUIをシンプル化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59152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59152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59152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3230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ファイル名あいまい検索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7121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ファイル名のキーワード検索（SQL LIKE）を実装。探しやすさを改善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59152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359152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359152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43230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スマホ対応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7121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モバイルでのモーダルサイズ・レイアウトを修正。ボトムシート形式に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29584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529584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29584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60273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横スクロール廃止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041648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お題・スケジュール管理の横スクロールを解消。非本質列を非表示に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529584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529584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529584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60273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自動リセット機能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041648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全お題使用済み時にodai_usageを自動削除してリセット・再投稿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00016"/>
            <a:ext cx="11430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700016"/>
            <a:ext cx="502920" cy="10515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00016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73168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チャンネル別ローテーション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12079"/>
            <a:ext cx="10744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odai_usageテーブル導入。チャンネルAのリセットがBに影響しない独立管理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 Dashboard 操作フロー（画面イメージ）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697480" cy="41148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ログイン画面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645920"/>
            <a:ext cx="2514600" cy="14630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2767D"/>
                </a:solidFill>
              </a:rPr>
              <a:t>┌─────────┐
│  ログイン画面   │
│             │
└─────────┘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324612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ユーザー名 / PW 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3749039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JWT トークン認証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425196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複数サーバー対応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1430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143000"/>
            <a:ext cx="2697480" cy="41148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1430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ダッシュボード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645920"/>
            <a:ext cx="2514600" cy="14630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6916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2767D"/>
                </a:solidFill>
              </a:rPr>
              <a:t>┌─────────┐
│  ダッシュボード   │
│             │
└─────────┘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4612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91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お題数 / 使用済み数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749039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スケジュール数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25196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クイックリンク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1430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143000"/>
            <a:ext cx="269748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1430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お題管理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79" y="1645920"/>
            <a:ext cx="2514600" cy="14630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6916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2767D"/>
                </a:solidFill>
              </a:rPr>
              <a:t>┌─────────┐
│  お題管理   │
│             │
└─────────┘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79" y="324612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291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画像一覧・プレビュー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9" y="3749039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ファイル名検索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79" y="425196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タグ管理・一括操作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1430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1143000"/>
            <a:ext cx="2697480" cy="41148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1430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スケジュール管理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1645920"/>
            <a:ext cx="2514600" cy="14630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19" y="16916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2767D"/>
                </a:solidFill>
              </a:rPr>
              <a:t>┌─────────┐
│  スケジュール管理   │
│             │
└─────────┘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24612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19" y="3291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チャンネル選択（予測変換）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749039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19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時刻・タグモード設定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4251960"/>
            <a:ext cx="251460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19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3338"/>
                </a:solidFill>
              </a:rPr>
              <a:t>• 有効/無効切り替え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440680"/>
            <a:ext cx="11521440" cy="91440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5F2"/>
                </a:solidFill>
              </a:rPr>
              <a:t>初回セットアップフロー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806440"/>
            <a:ext cx="1737360" cy="50292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806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Discord で
/odai_dashboard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40280" y="5989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5806440"/>
            <a:ext cx="1737360" cy="50292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0" y="5806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招待URLを
受け取る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20" y="5989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5806440"/>
            <a:ext cx="1737360" cy="50292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5806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Dashboard で
PW設定・登録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5989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5806440"/>
            <a:ext cx="1737360" cy="50292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806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お題を
アップロード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989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5806440"/>
            <a:ext cx="1737360" cy="50292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60" y="5806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スケジュールを
設定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5989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65F2"/>
                </a:solidFill>
              </a:rPr>
              <a:t>&gt;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0" y="5806440"/>
            <a:ext cx="1737360" cy="5029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58400" y="5806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自動投稿
スタート!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 新システム構成（Before / After）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Before（旧構成）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Discord Bot（単体スクリプト）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391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  ↓ 読み書き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8658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4245"/>
                </a:solidFill>
              </a:rPr>
              <a:t>JSONファイル（お題リスト）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340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  ↓ 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4245"/>
                </a:solidFill>
              </a:rPr>
              <a:t>画像ファイル（ローカルFS）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  ↓ 参照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764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4245"/>
                </a:solidFill>
              </a:rPr>
              <a:t>スケジュールJSON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2394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714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管理方法：コード修正のみ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188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モバイル：非対応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HTTPS：なし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383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865F2"/>
                </a:solidFill>
              </a:rPr>
              <a:t>=&gt;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After（新構成）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64208"/>
            <a:ext cx="5212080" cy="31089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733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3136"/>
                </a:solidFill>
              </a:rPr>
              <a:t>Discord Bot（OdaiBot）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5212080" cy="31089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0208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65F2"/>
                </a:solidFill>
              </a:rPr>
              <a:t>FastAPI 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8658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A55C"/>
                </a:solidFill>
              </a:rPr>
              <a:t>MySQL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340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2767D"/>
                </a:solidFill>
              </a:rPr>
              <a:t>  odai / tags / schedules テーブル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815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2767D"/>
                </a:solidFill>
              </a:rPr>
              <a:t>  odai_usage（チャンネル別管理）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01568"/>
            <a:ext cx="5212080" cy="31089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107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</a:rPr>
              <a:t>Dashboard（SPA / Vanilla JS）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749040"/>
            <a:ext cx="5212080" cy="31089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58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8120"/>
                </a:solidFill>
              </a:rPr>
              <a:t>Cloudflare Tunnel（HTTPS）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443984"/>
            <a:ext cx="5212080" cy="310896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4531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A55C"/>
                </a:solidFill>
              </a:rPr>
              <a:t>管理方法：Dashboard から操作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188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A55C"/>
                </a:solidFill>
              </a:rPr>
              <a:t>モバイル：対応済み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663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A55C"/>
                </a:solidFill>
              </a:rPr>
              <a:t>HTTPS：Cloudflare Tunnel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  AI活用の役割分担と注意点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035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03520" cy="45720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人間（SE）が担当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要件定義・課題の言語化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UI/UXの方向性決定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実装レビュー・動作確認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インフラ構成の意思決定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セキュリティ方針の決定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dev/mainブランチ管理の判断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4864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AI（Claude）が担当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コード実装（全量）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DBスキーマ設計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REST API 設計・実装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テスト作成（77件）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仕様書・ドキュメント作成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20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✓  Git コミット・ブランチ管理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11430000" cy="1645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17720"/>
            <a:ext cx="164592" cy="164592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63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55900"/>
                </a:solidFill>
              </a:rPr>
              <a:t>重要：「要件定義なき AI 活用」は失敗する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023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AI はあくまで「言われたことを実装するツール」。何を作るかが曖昧なまま指示すると、動くけど使えないシステムができる（GIGO原則）。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046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今回の開発でも、要件定義・レビュー・意思決定はすべて人間が実施。この役割を果たせたのは SE としての知識と経験があったから。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  素人が AI だけで作る危険性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AI は「動くコード」を生成できるが、「安全で正しいシステム」を保証しない。技術知識のないまま AI 任せにすると以下のリスクが生じる。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577840" cy="12801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577840" cy="36576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セキュリティ脆弱性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SQL インジェクション / XSS / 認証バイパスなど OWASP Top 10 の脆弱性を含むコードが生成されることがある。
指摘しなければそのまま本番に出る。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577840" cy="12801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577840" cy="36576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機密情報の漏洩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3911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.env や API キーをコードにハードコードしてしまう。Git に push して公開リポジトリに上げると即アウト。
今回も .gitignore の設定を明示的に指示した。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577840" cy="1280160"/>
          </a:xfrm>
          <a:prstGeom prst="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5577840" cy="36576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6323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設計の破綻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「とりあえず動く」設計になりやすく、後から機能追加・修正が困難になる。
DB設計・API設計の妥当性は技術者がレビューしなければわからない。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017520"/>
            <a:ext cx="5577840" cy="1280160"/>
          </a:xfrm>
          <a:prstGeom prst="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017520"/>
            <a:ext cx="5577840" cy="365760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3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の幻覚（ハルシネーション）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5643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存在しないライブラリ・メソッドを自信満々に使用するコードを生成することがある。
動かして初めて気づく。テストやレビューなしでは発見できない。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5577840" cy="1280160"/>
          </a:xfrm>
          <a:prstGeom prst="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5577840" cy="365760"/>
          </a:xfrm>
          <a:prstGeom prst="rect">
            <a:avLst/>
          </a:prstGeom>
          <a:solidFill>
            <a:srgbClr val="85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8055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要件の曖昧さによる手戻り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7375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「いい感じに作って」という指示では意図と異なるものができる。
要件を正確に言語化できなければ、何度作り直しても同じ結果になる。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434840"/>
            <a:ext cx="5577840" cy="1280160"/>
          </a:xfrm>
          <a:prstGeom prst="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434840"/>
            <a:ext cx="5577840" cy="365760"/>
          </a:xfrm>
          <a:prstGeom prst="rect">
            <a:avLst/>
          </a:prstGeom>
          <a:solidFill>
            <a:srgbClr val="85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48055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運用・保守の困難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87375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3338"/>
                </a:solidFill>
              </a:rPr>
              <a:t>ログ・監視・デプロイ手順が整備されないまま本番稼働。障害発生時に対処できない。
今回も systemd・Cloudflare Tunnel・自動デプロイを設計から考えた。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素人のAI活用は「動くゴミ」を量産するリスクがある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07  工数削減効果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solidFill>
            <a:srgbClr val="727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従来（個人開発のみ）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D4245"/>
                </a:solidFill>
              </a:rPr>
              <a:t>3ヶ月以上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設計: 2〜3週間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実装: 6〜8週間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テスト: 2週間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ドキュメント: 1週間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865F2"/>
                </a:solidFill>
              </a:rPr>
              <a:t>=&gt;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43000"/>
            <a:ext cx="54864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143000"/>
            <a:ext cx="5486400" cy="45720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AI活用（Claude × SE）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745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BA55C"/>
                </a:solidFill>
              </a:rPr>
              <a:t>約  3日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実装: AIが全量担当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20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テスト: 77件自動生成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ドキュメント: 自動生成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• コードレビュー: 即時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11430000" cy="1143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023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工数削減率：約 97 ％  （3ヶ月以上 → 約3日）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77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FFF"/>
                </a:solidFill>
              </a:rPr>
              <a:t>人間の作業は「何を作るか」の定義とレビューに集中  ／  実装・テスト・ドキュメントは AI が担当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08  まとめ・今後の展望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36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A55C"/>
                </a:solidFill>
              </a:rPr>
              <a:t>今回の成果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旧JSON管理 → MySQL+API+Dashboard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391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への全面刷新を約3日で完了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8658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7項目の改修要件をすべて実装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815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APIテスト 77件 をパス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2394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チャンネル別ローテーション管理を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14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odai_usageテーブルで実現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188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SE知識があったからこそ成立した開発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00" cy="5120640"/>
          </a:xfrm>
          <a:prstGeom prst="rect">
            <a:avLst/>
          </a:prstGeom>
          <a:solidFill>
            <a:srgbClr val="36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今後の展望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本番環境へのデプロイ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391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（Cloudflare Tunnel HTTPS化）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8658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340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GitHub Webhook 自動デプロイ整備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815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dev → main ブランチマージ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76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2394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複数サーバーへの展開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7141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188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業務への AI 活用拡大を検討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663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（チームでの活用事例を模索）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464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「何を作るか」を定義できる人間  ×  「速く作る」AI  =  最大の生産性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