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🤖  お題Bot 改修プロジェクト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9BBBE"/>
                </a:solidFill>
              </a:rPr>
              <a:t>AI（Claude）を活用した個人開発事例報告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2767D"/>
                </a:solidFill>
              </a:rPr>
              <a:t>Discord Bot 開発  ／  2026年4月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657600"/>
            <a:ext cx="3931920" cy="64008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36576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要件定義・レビュー担当：堀内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767D"/>
                </a:solidFill>
              </a:rPr>
              <a:t>※ 本資料は個人の趣味開発における AI 活用事例をまとめたものです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640080" cy="9144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630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3338"/>
                </a:solidFill>
              </a:rPr>
              <a:t>プロジェクト概要・背景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640080" cy="9144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630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3338"/>
                </a:solidFill>
              </a:rPr>
              <a:t>旧システムの課題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640080" cy="9144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651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3338"/>
                </a:solidFill>
              </a:rPr>
              <a:t>改修要件（7項目）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46888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468880"/>
            <a:ext cx="640080" cy="9144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6888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651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3338"/>
                </a:solidFill>
              </a:rPr>
              <a:t>新システム構成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640080" cy="9144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3338"/>
                </a:solidFill>
              </a:rPr>
              <a:t>AI活用の役割分担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65760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657600"/>
            <a:ext cx="640080" cy="9144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576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840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3338"/>
                </a:solidFill>
              </a:rPr>
              <a:t>工数削減効果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54864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640080" cy="9144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3338"/>
                </a:solidFill>
              </a:rPr>
              <a:t>まとめ・今後の展望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01  プロジェクト概要・背景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プロジェクト概要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● プロジェクト名: お題Bot 改修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● 種別: 個人趣味開発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● 期間: 2026年4月（約3日）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● 目的: Discord サーバー向け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    お題投稿 Bot の全面刷新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● 旧構成: JSONファイル管理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● 新構成: MySQL + API +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577840" cy="45720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188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開発背景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1097280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783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課題①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17830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JSONファイルで画像・設定を管理しており
保守性が低かった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063239"/>
            <a:ext cx="1097280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課題②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063239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チャンネルごとの投稿管理ができず
ローテーションが非効率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343400"/>
            <a:ext cx="1097280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343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課題③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3434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設定変更のたびにコード修正が必要で
管理者が使いづらかった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02  旧システムの課題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4245"/>
                </a:solidFill>
              </a:rPr>
              <a:t>旧システム構成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011680" cy="73152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Discord Bot
(odai_bot.py)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737360"/>
            <a:ext cx="2011680" cy="73152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737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JSONファイル
({guild_id}_odai.json)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737360"/>
            <a:ext cx="2011680" cy="73152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37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画像ファイル
(templates/{id}/)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737360"/>
            <a:ext cx="2011680" cy="73152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スケジュールJSON
({guild_id}_Schedule.json)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2767D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2767D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965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2767D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429000"/>
            <a:ext cx="5577840" cy="36576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4245"/>
                </a:solidFill>
              </a:rPr>
              <a:t>🗂️  管理の煩雑さ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画像とJSONが別管理で整合性が取れなくなるリスクがあった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42900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429000"/>
            <a:ext cx="5577840" cy="36576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47472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4245"/>
                </a:solidFill>
              </a:rPr>
              <a:t>🔄  ローテーション問題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4048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投稿済みフラグがグローバルで、チャンネルごとの管理が不可能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70916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709160"/>
            <a:ext cx="5577840" cy="36576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4245"/>
                </a:solidFill>
              </a:rPr>
              <a:t>🖥️  管理画面なし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1206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設定変更・お題登録にコード修正とサーバー操作が必要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70916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4709160"/>
            <a:ext cx="5577840" cy="36576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7548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4245"/>
                </a:solidFill>
              </a:rPr>
              <a:t>📱  操作性の問題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1206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モバイル未対応・UIなし・スケジュール管理が煩雑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03  改修要件（7項目）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02920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02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65F2"/>
                </a:solidFill>
              </a:rPr>
              <a:t>プレビュー表示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お題画像をモーダル内に正しく収める（はみ出し解消）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02920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188720"/>
            <a:ext cx="502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2344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65F2"/>
                </a:solidFill>
              </a:rPr>
              <a:t>UI改善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ID列を非表示化・テーブルをスッキリさせる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377440"/>
            <a:ext cx="502920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77440"/>
            <a:ext cx="502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42316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65F2"/>
                </a:solidFill>
              </a:rPr>
              <a:t>ファイル名検索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346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ファイル名のあいまい検索（LIKE検索）を実装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37744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377440"/>
            <a:ext cx="502920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502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42316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65F2"/>
                </a:solidFill>
              </a:rPr>
              <a:t>スマホ対応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83464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モバイル画面でのモーダルサイズ・レイアウト修正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6616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502920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566160"/>
            <a:ext cx="502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61188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65F2"/>
                </a:solidFill>
              </a:rPr>
              <a:t>横スクロール廃止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02336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お題・スケジュール管理の横スクロールを解消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56616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566160"/>
            <a:ext cx="502920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566160"/>
            <a:ext cx="502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61188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65F2"/>
                </a:solidFill>
              </a:rPr>
              <a:t>自動リセット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02336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全お題使用済み時に自動リセットして再投稿できる仕組み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5488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4754880"/>
            <a:ext cx="502920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754880"/>
            <a:ext cx="502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800600"/>
            <a:ext cx="10744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65F2"/>
                </a:solidFill>
              </a:rPr>
              <a:t>チャンネル別管理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212080"/>
            <a:ext cx="10744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チャンネルごとに独立したローテーション管理（odai_usageテーブル導入）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04  新システム構成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solidFill>
            <a:srgbClr val="ED4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Before（旧構成）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Discord Bot（単体）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 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JSONファイル（お題リスト）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 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画像ファイル（ローカル）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 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スケジュールJSON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577840" cy="457200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After（新構成）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737360"/>
            <a:ext cx="5212080" cy="45720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F3136"/>
                </a:solidFill>
              </a:rPr>
              <a:t>Discord Bot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31720"/>
            <a:ext cx="5212080" cy="457200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5F2"/>
                </a:solidFill>
              </a:rPr>
              <a:t>FastAPI（REST API）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926080"/>
            <a:ext cx="5212080" cy="45720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926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A55C"/>
                </a:solidFill>
              </a:rPr>
              <a:t>MySQL データベース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2767D"/>
                </a:solidFill>
              </a:rPr>
              <a:t>  odai / tags / schedules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2767D"/>
                </a:solidFill>
              </a:rPr>
              <a:t>  odai_usage（チャンネル別）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709160"/>
            <a:ext cx="5212080" cy="457200"/>
          </a:xfrm>
          <a:prstGeom prst="rect">
            <a:avLst/>
          </a:prstGeom>
          <a:solidFill>
            <a:srgbClr val="EE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709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5F2"/>
                </a:solidFill>
              </a:rPr>
              <a:t>Dashboard（SPA）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5303520"/>
            <a:ext cx="5212080" cy="45720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8120"/>
                </a:solidFill>
              </a:rPr>
              <a:t>Cloudflare Tunnel（HTTPS）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65F2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05  AI活用の役割分担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4864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  👤  人間（堀内）が担当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要件定義・課題の言語化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4144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UI/UX の方向性決定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0837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実装レビュー・動作確認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75303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インフラ構成の意思決定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42231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「これおかしくない？」の指摘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dev/mainブランチ運用の判断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76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セキュリティ方針の決定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577840" cy="5486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  🤖  AI（Claude）が担当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コード実装（全量）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414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DBスキーマ設計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0837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REST API 設計・実装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75303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テスト作成（77件）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42231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ドキュメント・仕様書作成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リファクタリング提案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7608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3338"/>
                </a:solidFill>
              </a:rPr>
              <a:t>✅  Git コミット・ブランチ管理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06  工数削減効果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502920"/>
          </a:xfrm>
          <a:prstGeom prst="rect">
            <a:avLst/>
          </a:prstGeom>
          <a:solidFill>
            <a:srgbClr val="727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従来（個人開発のみ）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D4245"/>
                </a:solidFill>
              </a:rPr>
              <a:t>3ヶ月〜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2767D"/>
                </a:solidFill>
              </a:rPr>
              <a:t>設計・実装・テスト・ドキュメント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● 設計: 2〜3週間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587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● 実装: 6〜8週間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513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● テスト: 2週間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4398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● ドキュメント: 1週間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188720"/>
            <a:ext cx="53035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1188720"/>
            <a:ext cx="5303520" cy="502920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887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AI活用（Claude + 人間）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920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BA55C"/>
                </a:solidFill>
              </a:rPr>
              <a:t>約3日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2767D"/>
                </a:solidFill>
              </a:rPr>
              <a:t>要件定義・レビュー・確認作業のみ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66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● 実装: AIが全量担当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8587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● テスト: 77件自動生成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513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● ドキュメント: 自動生成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43983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3338"/>
                </a:solidFill>
              </a:rPr>
              <a:t>● コードレビュー: 即時対応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74920"/>
            <a:ext cx="11430000" cy="109728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074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工数削減率：約 97 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577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FFF"/>
                </a:solidFill>
              </a:rPr>
              <a:t>3ヶ月以上 → 約3日  ／  人間の作業は「何を作るか」の定義とレビューに集中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F3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2767D"/>
                </a:solidFill>
              </a:rPr>
              <a:t>社内勉強会資料 / AI活用開発事例 2026.04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1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07  まとめ・今後の展望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4937760"/>
          </a:xfrm>
          <a:prstGeom prst="rect">
            <a:avLst/>
          </a:prstGeom>
          <a:solidFill>
            <a:srgbClr val="36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A55C"/>
                </a:solidFill>
              </a:rPr>
              <a:t>✅  今回の成果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・ 旧JSON管理 → MySQL + API +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84831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への全面刷新を約3日で完了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3230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7977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・ 7項目の改修要件をすべて実装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2724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・ APIテスト 77件 をパス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22191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96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・ チャンネル別ローテーション管理を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71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odai_usageテーブルで実現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79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・ 自動デプロイ基盤を整備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188720"/>
            <a:ext cx="5486400" cy="4937760"/>
          </a:xfrm>
          <a:prstGeom prst="rect">
            <a:avLst/>
          </a:prstGeom>
          <a:solidFill>
            <a:srgbClr val="363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234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65F2"/>
                </a:solidFill>
              </a:rPr>
              <a:t>🚀  今後の展望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・ 本番環境へのデプロイ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84831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（Cloudflare Tunnel で HTTPS化）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3230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7977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・ GitHub Webhook による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2724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 自動デプロイの再整備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22191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・ dev → main ブランチへのマージ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696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171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・ 複数サーバーへの展開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646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12079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・ 業務への AI 活用拡大を検討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「何を作るか」を定義できる人間 ＋ 「速く作る」AIの組み合わせが最大の生産性を生む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